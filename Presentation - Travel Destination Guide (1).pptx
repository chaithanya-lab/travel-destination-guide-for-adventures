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059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430" y="3101998"/>
            <a:ext cx="9372598" cy="27146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7343" y="3101998"/>
            <a:ext cx="7162799" cy="31051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6478" y="6401439"/>
            <a:ext cx="10058399" cy="3543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4049" y="482663"/>
            <a:ext cx="783907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528BB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528BB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0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6455" y="-57891"/>
            <a:ext cx="10301114" cy="2615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4049" y="2028693"/>
            <a:ext cx="9137015" cy="7193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528BB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2697" y="0"/>
            <a:ext cx="7155301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0179684" cy="407088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0331" y="4695675"/>
            <a:ext cx="10729595" cy="2000250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12700" marR="5080">
              <a:lnSpc>
                <a:spcPts val="7030"/>
              </a:lnSpc>
              <a:spcBef>
                <a:spcPts val="1570"/>
              </a:spcBef>
            </a:pPr>
            <a:r>
              <a:rPr dirty="0" sz="7100" spc="-40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7100" spc="-19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7100" spc="-3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7100" spc="-19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7100" spc="-6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7100" spc="130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710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100" b="1">
                <a:solidFill>
                  <a:srgbClr val="FFFFFF"/>
                </a:solidFill>
                <a:latin typeface="Trebuchet MS"/>
                <a:cs typeface="Trebuchet MS"/>
              </a:rPr>
              <a:t>Destination</a:t>
            </a:r>
            <a:r>
              <a:rPr dirty="0" sz="7100" spc="-3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375" b="1">
                <a:solidFill>
                  <a:srgbClr val="FFFFFF"/>
                </a:solidFill>
                <a:latin typeface="Trebuchet MS"/>
                <a:cs typeface="Trebuchet MS"/>
              </a:rPr>
              <a:t>Guide </a:t>
            </a:r>
            <a:r>
              <a:rPr dirty="0" sz="7100" spc="-235" b="1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7100" spc="-3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254" b="1">
                <a:solidFill>
                  <a:srgbClr val="FFFFFF"/>
                </a:solidFill>
                <a:latin typeface="Trebuchet MS"/>
                <a:cs typeface="Trebuchet MS"/>
              </a:rPr>
              <a:t>Planning</a:t>
            </a:r>
            <a:r>
              <a:rPr dirty="0" sz="7100" spc="-4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95" b="1">
                <a:solidFill>
                  <a:srgbClr val="FFFFFF"/>
                </a:solidFill>
                <a:latin typeface="Trebuchet MS"/>
                <a:cs typeface="Trebuchet MS"/>
              </a:rPr>
              <a:t>Adventure</a:t>
            </a:r>
            <a:endParaRPr sz="7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2283" y="7625622"/>
            <a:ext cx="4246880" cy="1747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dirty="0" sz="3250" spc="195">
                <a:solidFill>
                  <a:srgbClr val="FFFFFF"/>
                </a:solidFill>
                <a:latin typeface="Lucida Sans Unicode"/>
                <a:cs typeface="Lucida Sans Unicode"/>
              </a:rPr>
              <a:t>J.</a:t>
            </a:r>
            <a:r>
              <a:rPr dirty="0" sz="32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5">
                <a:solidFill>
                  <a:srgbClr val="FFFFFF"/>
                </a:solidFill>
                <a:latin typeface="Lucida Sans Unicode"/>
                <a:cs typeface="Lucida Sans Unicode"/>
              </a:rPr>
              <a:t>Krishna</a:t>
            </a:r>
            <a:r>
              <a:rPr dirty="0" sz="32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FFFFFF"/>
                </a:solidFill>
                <a:latin typeface="Lucida Sans Unicode"/>
                <a:cs typeface="Lucida Sans Unicode"/>
              </a:rPr>
              <a:t>Chaithanya </a:t>
            </a:r>
            <a:r>
              <a:rPr dirty="0" sz="3250" spc="-110">
                <a:solidFill>
                  <a:srgbClr val="FFFFFF"/>
                </a:solidFill>
                <a:latin typeface="Lucida Sans Unicode"/>
                <a:cs typeface="Lucida Sans Unicode"/>
              </a:rPr>
              <a:t>2520040049</a:t>
            </a:r>
            <a:endParaRPr sz="3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3250" spc="-95">
                <a:solidFill>
                  <a:srgbClr val="FFFFFF"/>
                </a:solidFill>
                <a:latin typeface="Lucida Sans Unicode"/>
                <a:cs typeface="Lucida Sans Unicode"/>
              </a:rPr>
              <a:t>Cluster:</a:t>
            </a:r>
            <a:r>
              <a:rPr dirty="0" sz="325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5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3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482663"/>
            <a:ext cx="451802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95">
                <a:solidFill>
                  <a:srgbClr val="205980"/>
                </a:solidFill>
              </a:rPr>
              <a:t>Abstarct:</a:t>
            </a:r>
            <a:endParaRPr sz="8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187" y="2600285"/>
            <a:ext cx="102954" cy="10295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21639" y="2302811"/>
            <a:ext cx="15187930" cy="6853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245235">
              <a:lnSpc>
                <a:spcPct val="100000"/>
              </a:lnSpc>
              <a:spcBef>
                <a:spcPts val="105"/>
              </a:spcBef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Planning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trips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can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be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60">
                <a:solidFill>
                  <a:srgbClr val="205980"/>
                </a:solidFill>
                <a:latin typeface="Times New Roman"/>
                <a:cs typeface="Times New Roman"/>
              </a:rPr>
              <a:t>difficult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due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large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number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of</a:t>
            </a:r>
            <a:r>
              <a:rPr dirty="0" sz="3450" spc="229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destinations,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activities,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travel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options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available.</a:t>
            </a:r>
            <a:endParaRPr sz="3450">
              <a:latin typeface="Times New Roman"/>
              <a:cs typeface="Times New Roman"/>
            </a:endParaRPr>
          </a:p>
          <a:p>
            <a:pPr marL="12700" marR="957580">
              <a:lnSpc>
                <a:spcPts val="4130"/>
              </a:lnSpc>
              <a:spcBef>
                <a:spcPts val="135"/>
              </a:spcBef>
            </a:pPr>
            <a:r>
              <a:rPr dirty="0" sz="3450" spc="-110">
                <a:solidFill>
                  <a:srgbClr val="205980"/>
                </a:solidFill>
                <a:latin typeface="Times New Roman"/>
                <a:cs typeface="Times New Roman"/>
              </a:rPr>
              <a:t>Travelers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often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need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search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through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0">
                <a:solidFill>
                  <a:srgbClr val="205980"/>
                </a:solidFill>
                <a:latin typeface="Times New Roman"/>
                <a:cs typeface="Times New Roman"/>
              </a:rPr>
              <a:t>multiple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5">
                <a:solidFill>
                  <a:srgbClr val="205980"/>
                </a:solidFill>
                <a:latin typeface="Times New Roman"/>
                <a:cs typeface="Times New Roman"/>
              </a:rPr>
              <a:t>websites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find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40">
                <a:solidFill>
                  <a:srgbClr val="205980"/>
                </a:solidFill>
                <a:latin typeface="Times New Roman"/>
                <a:cs typeface="Times New Roman"/>
              </a:rPr>
              <a:t>about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destinations,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70">
                <a:solidFill>
                  <a:srgbClr val="205980"/>
                </a:solidFill>
                <a:latin typeface="Times New Roman"/>
                <a:cs typeface="Times New Roman"/>
              </a:rPr>
              <a:t>weather,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accommodation,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transportation,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activities.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ts val="4000"/>
              </a:lnSpc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This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5">
                <a:solidFill>
                  <a:srgbClr val="205980"/>
                </a:solidFill>
                <a:latin typeface="Times New Roman"/>
                <a:cs typeface="Times New Roman"/>
              </a:rPr>
              <a:t>process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can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be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60">
                <a:solidFill>
                  <a:srgbClr val="205980"/>
                </a:solidFill>
                <a:latin typeface="Times New Roman"/>
                <a:cs typeface="Times New Roman"/>
              </a:rPr>
              <a:t>time-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consuming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confusing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users.</a:t>
            </a:r>
            <a:endParaRPr sz="3450">
              <a:latin typeface="Times New Roman"/>
              <a:cs typeface="Times New Roman"/>
            </a:endParaRPr>
          </a:p>
          <a:p>
            <a:pPr marL="12700" marR="894715">
              <a:lnSpc>
                <a:spcPts val="4130"/>
              </a:lnSpc>
              <a:spcBef>
                <a:spcPts val="145"/>
              </a:spcBef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Travel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Destination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Guide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Planning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Adventures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is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proposed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75">
                <a:solidFill>
                  <a:srgbClr val="205980"/>
                </a:solidFill>
                <a:latin typeface="Times New Roman"/>
                <a:cs typeface="Times New Roman"/>
              </a:rPr>
              <a:t>simplify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trip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planning.</a:t>
            </a:r>
            <a:endParaRPr sz="3450">
              <a:latin typeface="Times New Roman"/>
              <a:cs typeface="Times New Roman"/>
            </a:endParaRPr>
          </a:p>
          <a:p>
            <a:pPr marL="12700" marR="5080">
              <a:lnSpc>
                <a:spcPts val="4130"/>
              </a:lnSpc>
              <a:spcBef>
                <a:spcPts val="10"/>
              </a:spcBef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platform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5">
                <a:solidFill>
                  <a:srgbClr val="205980"/>
                </a:solidFill>
                <a:latin typeface="Times New Roman"/>
                <a:cs typeface="Times New Roman"/>
              </a:rPr>
              <a:t>helps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users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70">
                <a:solidFill>
                  <a:srgbClr val="205980"/>
                </a:solidFill>
                <a:latin typeface="Times New Roman"/>
                <a:cs typeface="Times New Roman"/>
              </a:rPr>
              <a:t>discover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destinations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explore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different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activities.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It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provides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55">
                <a:solidFill>
                  <a:srgbClr val="205980"/>
                </a:solidFill>
                <a:latin typeface="Times New Roman"/>
                <a:cs typeface="Times New Roman"/>
              </a:rPr>
              <a:t>important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details</a:t>
            </a:r>
            <a:r>
              <a:rPr dirty="0" sz="3450" spc="-1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such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as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destination</a:t>
            </a:r>
            <a:r>
              <a:rPr dirty="0" sz="3450" spc="-1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information,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weather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conditions,</a:t>
            </a:r>
            <a:r>
              <a:rPr dirty="0" sz="3450" spc="-1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80">
                <a:solidFill>
                  <a:srgbClr val="205980"/>
                </a:solidFill>
                <a:latin typeface="Times New Roman"/>
                <a:cs typeface="Times New Roman"/>
              </a:rPr>
              <a:t>and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travel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tips.</a:t>
            </a:r>
            <a:endParaRPr sz="3450">
              <a:latin typeface="Times New Roman"/>
              <a:cs typeface="Times New Roman"/>
            </a:endParaRPr>
          </a:p>
          <a:p>
            <a:pPr marL="12700" marR="874394">
              <a:lnSpc>
                <a:spcPts val="4130"/>
              </a:lnSpc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system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5">
                <a:solidFill>
                  <a:srgbClr val="205980"/>
                </a:solidFill>
                <a:latin typeface="Times New Roman"/>
                <a:cs typeface="Times New Roman"/>
              </a:rPr>
              <a:t>also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includes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tools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help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users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organize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their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trips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0">
                <a:solidFill>
                  <a:srgbClr val="205980"/>
                </a:solidFill>
                <a:latin typeface="Times New Roman"/>
                <a:cs typeface="Times New Roman"/>
              </a:rPr>
              <a:t>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f</a:t>
            </a:r>
            <a:r>
              <a:rPr dirty="0" sz="3450" spc="30">
                <a:solidFill>
                  <a:srgbClr val="205980"/>
                </a:solidFill>
                <a:latin typeface="Times New Roman"/>
                <a:cs typeface="Times New Roman"/>
              </a:rPr>
              <a:t>f</a:t>
            </a:r>
            <a:r>
              <a:rPr dirty="0" sz="3450" spc="-40">
                <a:solidFill>
                  <a:srgbClr val="205980"/>
                </a:solidFill>
                <a:latin typeface="Times New Roman"/>
                <a:cs typeface="Times New Roman"/>
              </a:rPr>
              <a:t>icie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n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t</a:t>
            </a:r>
            <a:r>
              <a:rPr dirty="0" sz="3450" spc="-120">
                <a:solidFill>
                  <a:srgbClr val="205980"/>
                </a:solidFill>
                <a:latin typeface="Times New Roman"/>
                <a:cs typeface="Times New Roman"/>
              </a:rPr>
              <a:t>l</a:t>
            </a:r>
            <a:r>
              <a:rPr dirty="0" sz="3450" spc="-434">
                <a:solidFill>
                  <a:srgbClr val="205980"/>
                </a:solidFill>
                <a:latin typeface="Times New Roman"/>
                <a:cs typeface="Times New Roman"/>
              </a:rPr>
              <a:t>y</a:t>
            </a:r>
            <a:r>
              <a:rPr dirty="0" sz="3450" spc="70">
                <a:solidFill>
                  <a:srgbClr val="205980"/>
                </a:solidFill>
                <a:latin typeface="Times New Roman"/>
                <a:cs typeface="Times New Roman"/>
              </a:rPr>
              <a:t>.</a:t>
            </a:r>
            <a:r>
              <a:rPr dirty="0" sz="3450" spc="-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65">
                <a:solidFill>
                  <a:srgbClr val="205980"/>
                </a:solidFill>
                <a:latin typeface="Times New Roman"/>
                <a:cs typeface="Times New Roman"/>
              </a:rPr>
              <a:t>Overall,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platform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aims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make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trip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planning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95">
                <a:solidFill>
                  <a:srgbClr val="205980"/>
                </a:solidFill>
                <a:latin typeface="Times New Roman"/>
                <a:cs typeface="Times New Roman"/>
              </a:rPr>
              <a:t>easier,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5">
                <a:solidFill>
                  <a:srgbClr val="205980"/>
                </a:solidFill>
                <a:latin typeface="Times New Roman"/>
                <a:cs typeface="Times New Roman"/>
              </a:rPr>
              <a:t>safer,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more </a:t>
            </a:r>
            <a:r>
              <a:rPr dirty="0" sz="3450" spc="-45">
                <a:solidFill>
                  <a:srgbClr val="205980"/>
                </a:solidFill>
                <a:latin typeface="Times New Roman"/>
                <a:cs typeface="Times New Roman"/>
              </a:rPr>
              <a:t>convenient</a:t>
            </a:r>
            <a:r>
              <a:rPr dirty="0" sz="3450" spc="-1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3450" spc="-1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travelers.</a:t>
            </a:r>
            <a:endParaRPr sz="345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187" y="3650425"/>
            <a:ext cx="102954" cy="10295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187" y="4700565"/>
            <a:ext cx="102954" cy="10295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187" y="5225636"/>
            <a:ext cx="102954" cy="10295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187" y="6275776"/>
            <a:ext cx="102954" cy="10295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187" y="6800846"/>
            <a:ext cx="102954" cy="10295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187" y="7850986"/>
            <a:ext cx="102954" cy="10295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187" y="8376056"/>
            <a:ext cx="102954" cy="102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37623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4733925"/>
            <a:ext cx="6886574" cy="4886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3189" marR="5080">
              <a:lnSpc>
                <a:spcPts val="7950"/>
              </a:lnSpc>
              <a:spcBef>
                <a:spcPts val="1740"/>
              </a:spcBef>
            </a:pPr>
            <a:r>
              <a:rPr dirty="0" sz="8000" spc="-220" b="0">
                <a:latin typeface="Tahoma"/>
                <a:cs typeface="Tahoma"/>
              </a:rPr>
              <a:t>Existing</a:t>
            </a:r>
            <a:r>
              <a:rPr dirty="0" sz="8000" spc="-725" b="0">
                <a:latin typeface="Tahoma"/>
                <a:cs typeface="Tahoma"/>
              </a:rPr>
              <a:t> </a:t>
            </a:r>
            <a:r>
              <a:rPr dirty="0" sz="8000" spc="-409" b="0">
                <a:latin typeface="Tahoma"/>
                <a:cs typeface="Tahoma"/>
              </a:rPr>
              <a:t>T</a:t>
            </a:r>
            <a:r>
              <a:rPr dirty="0" sz="8000" spc="-100" b="0">
                <a:latin typeface="Tahoma"/>
                <a:cs typeface="Tahoma"/>
              </a:rPr>
              <a:t>r</a:t>
            </a:r>
            <a:r>
              <a:rPr dirty="0" sz="8000" spc="75" b="0">
                <a:latin typeface="Tahoma"/>
                <a:cs typeface="Tahoma"/>
              </a:rPr>
              <a:t>a</a:t>
            </a:r>
            <a:r>
              <a:rPr dirty="0" sz="8000" spc="40" b="0">
                <a:latin typeface="Tahoma"/>
                <a:cs typeface="Tahoma"/>
              </a:rPr>
              <a:t>v</a:t>
            </a:r>
            <a:r>
              <a:rPr dirty="0" sz="8000" spc="65" b="0">
                <a:latin typeface="Tahoma"/>
                <a:cs typeface="Tahoma"/>
              </a:rPr>
              <a:t>e</a:t>
            </a:r>
            <a:r>
              <a:rPr dirty="0" sz="8000" spc="265" b="0">
                <a:latin typeface="Tahoma"/>
                <a:cs typeface="Tahoma"/>
              </a:rPr>
              <a:t>l</a:t>
            </a:r>
            <a:r>
              <a:rPr dirty="0" sz="8000" spc="-15" b="0">
                <a:latin typeface="Tahoma"/>
                <a:cs typeface="Tahoma"/>
              </a:rPr>
              <a:t> </a:t>
            </a:r>
            <a:r>
              <a:rPr dirty="0" sz="8000" spc="185" b="0">
                <a:latin typeface="Tahoma"/>
                <a:cs typeface="Tahoma"/>
              </a:rPr>
              <a:t>Planning</a:t>
            </a:r>
            <a:r>
              <a:rPr dirty="0" sz="8000" spc="-735" b="0">
                <a:latin typeface="Tahoma"/>
                <a:cs typeface="Tahoma"/>
              </a:rPr>
              <a:t> </a:t>
            </a:r>
            <a:r>
              <a:rPr dirty="0" sz="8000" spc="-55" b="0">
                <a:latin typeface="Tahoma"/>
                <a:cs typeface="Tahoma"/>
              </a:rPr>
              <a:t>Solutions</a:t>
            </a:r>
            <a:endParaRPr sz="8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3421047"/>
            <a:ext cx="66766" cy="6676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4279475"/>
            <a:ext cx="66766" cy="6676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5137903"/>
            <a:ext cx="66766" cy="6676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5567117"/>
            <a:ext cx="66766" cy="6676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6854759"/>
            <a:ext cx="66766" cy="6676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7713188"/>
            <a:ext cx="66766" cy="6676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8142402"/>
            <a:ext cx="66766" cy="6676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9000830"/>
            <a:ext cx="66766" cy="6676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37009" y="2706629"/>
            <a:ext cx="10595610" cy="646366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400" spc="10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endParaRPr sz="2400">
              <a:latin typeface="Times New Roman"/>
              <a:cs typeface="Times New Roman"/>
            </a:endParaRPr>
          </a:p>
          <a:p>
            <a:pPr marL="533400" marR="288290">
              <a:lnSpc>
                <a:spcPct val="117300"/>
              </a:lnSpc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dirty="0" sz="24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websites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blogs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destinations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travel experiences.</a:t>
            </a:r>
            <a:endParaRPr sz="2400">
              <a:latin typeface="Times New Roman"/>
              <a:cs typeface="Times New Roman"/>
            </a:endParaRPr>
          </a:p>
          <a:p>
            <a:pPr marL="533400" marR="283210">
              <a:lnSpc>
                <a:spcPct val="117300"/>
              </a:lnSpc>
              <a:spcBef>
                <a:spcPts val="5"/>
              </a:spcBef>
            </a:pP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Online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imes New Roman"/>
                <a:cs typeface="Times New Roman"/>
              </a:rPr>
              <a:t>booking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allow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book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flights,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hotels,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adventure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activities.</a:t>
            </a:r>
            <a:endParaRPr sz="2400">
              <a:latin typeface="Times New Roman"/>
              <a:cs typeface="Times New Roman"/>
            </a:endParaRPr>
          </a:p>
          <a:p>
            <a:pPr marL="533400" marR="5080">
              <a:lnSpc>
                <a:spcPct val="117300"/>
              </a:lnSpc>
            </a:pP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Navigation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imes New Roman"/>
                <a:cs typeface="Times New Roman"/>
              </a:rPr>
              <a:t>map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help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destinations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routes.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allow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reviews,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imes New Roman"/>
                <a:cs typeface="Times New Roman"/>
              </a:rPr>
              <a:t>photos,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recommendations.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Limitations</a:t>
            </a:r>
            <a:r>
              <a:rPr dirty="0" sz="24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 spc="3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Existing</a:t>
            </a:r>
            <a:r>
              <a:rPr dirty="0" sz="24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Solutions</a:t>
            </a:r>
            <a:endParaRPr sz="2400">
              <a:latin typeface="Times New Roman"/>
              <a:cs typeface="Times New Roman"/>
            </a:endParaRPr>
          </a:p>
          <a:p>
            <a:pPr marL="533400" marR="513715">
              <a:lnSpc>
                <a:spcPct val="117300"/>
              </a:lnSpc>
            </a:pPr>
            <a:r>
              <a:rPr dirty="0" sz="2400" spc="9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scattered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platforms,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making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planning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time-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consuming.</a:t>
            </a:r>
            <a:endParaRPr sz="2400">
              <a:latin typeface="Times New Roman"/>
              <a:cs typeface="Times New Roman"/>
            </a:endParaRPr>
          </a:p>
          <a:p>
            <a:pPr marL="533400" marR="1209675">
              <a:lnSpc>
                <a:spcPct val="117300"/>
              </a:lnSpc>
            </a:pPr>
            <a:r>
              <a:rPr dirty="0" sz="2400" spc="12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specifically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imes New Roman"/>
                <a:cs typeface="Times New Roman"/>
              </a:rPr>
              <a:t>trip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planning. </a:t>
            </a:r>
            <a:r>
              <a:rPr dirty="0" sz="2400" spc="95">
                <a:solidFill>
                  <a:srgbClr val="FFFFFF"/>
                </a:solidFill>
                <a:latin typeface="Times New Roman"/>
                <a:cs typeface="Times New Roman"/>
              </a:rPr>
              <a:t>Lack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personalized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recommendations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Times New Roman"/>
                <a:cs typeface="Times New Roman"/>
              </a:rPr>
              <a:t>interests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preferences.</a:t>
            </a:r>
            <a:endParaRPr sz="2400">
              <a:latin typeface="Times New Roman"/>
              <a:cs typeface="Times New Roman"/>
            </a:endParaRPr>
          </a:p>
          <a:p>
            <a:pPr marL="533400">
              <a:lnSpc>
                <a:spcPct val="100000"/>
              </a:lnSpc>
              <a:spcBef>
                <a:spcPts val="5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Difficult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activities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information 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place.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53885" rIns="0" bIns="0" rtlCol="0" vert="horz">
            <a:spAutoFit/>
          </a:bodyPr>
          <a:lstStyle/>
          <a:p>
            <a:pPr marL="299720" marR="5080">
              <a:lnSpc>
                <a:spcPts val="7280"/>
              </a:lnSpc>
              <a:spcBef>
                <a:spcPts val="1575"/>
              </a:spcBef>
            </a:pPr>
            <a:r>
              <a:rPr dirty="0" sz="7300" spc="165"/>
              <a:t>Introducing</a:t>
            </a:r>
            <a:r>
              <a:rPr dirty="0" sz="7300" spc="-345"/>
              <a:t> </a:t>
            </a:r>
            <a:r>
              <a:rPr dirty="0" sz="7300" spc="100"/>
              <a:t>Our Adventure</a:t>
            </a:r>
            <a:r>
              <a:rPr dirty="0" sz="7300" spc="-350"/>
              <a:t> </a:t>
            </a:r>
            <a:r>
              <a:rPr dirty="0" sz="7300" spc="-10"/>
              <a:t>Platform</a:t>
            </a:r>
            <a:endParaRPr sz="73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4244723"/>
            <a:ext cx="71338" cy="7133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4684647"/>
            <a:ext cx="71338" cy="7133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5564494"/>
            <a:ext cx="71338" cy="7133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6004417"/>
            <a:ext cx="71338" cy="7133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6884264"/>
            <a:ext cx="71338" cy="7133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7324187"/>
            <a:ext cx="71338" cy="7133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7764111"/>
            <a:ext cx="71338" cy="7133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8643957"/>
            <a:ext cx="71338" cy="7133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9083881"/>
            <a:ext cx="71338" cy="71338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66007" y="2653920"/>
            <a:ext cx="9406255" cy="6614159"/>
          </a:xfrm>
          <a:prstGeom prst="rect">
            <a:avLst/>
          </a:prstGeom>
        </p:spPr>
        <p:txBody>
          <a:bodyPr wrap="square" lIns="0" tIns="25527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2010"/>
              </a:spcBef>
            </a:pPr>
            <a:r>
              <a:rPr dirty="0" sz="3200" spc="-305">
                <a:solidFill>
                  <a:srgbClr val="FFFFFF"/>
                </a:solidFill>
                <a:latin typeface="Lucida Sans Unicode"/>
                <a:cs typeface="Lucida Sans Unicode"/>
              </a:rPr>
              <a:t>Your</a:t>
            </a:r>
            <a:r>
              <a:rPr dirty="0" sz="3200" spc="-3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40">
                <a:solidFill>
                  <a:srgbClr val="FFFFFF"/>
                </a:solidFill>
                <a:latin typeface="Lucida Sans Unicode"/>
                <a:cs typeface="Lucida Sans Unicode"/>
              </a:rPr>
              <a:t>one-</a:t>
            </a:r>
            <a:r>
              <a:rPr dirty="0" sz="3200" spc="-175">
                <a:solidFill>
                  <a:srgbClr val="FFFFFF"/>
                </a:solidFill>
                <a:latin typeface="Lucida Sans Unicode"/>
                <a:cs typeface="Lucida Sans Unicode"/>
              </a:rPr>
              <a:t>stop</a:t>
            </a:r>
            <a:r>
              <a:rPr dirty="0" sz="3200" spc="-2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29">
                <a:solidFill>
                  <a:srgbClr val="FFFFFF"/>
                </a:solidFill>
                <a:latin typeface="Lucida Sans Unicode"/>
                <a:cs typeface="Lucida Sans Unicode"/>
              </a:rPr>
              <a:t>solution</a:t>
            </a:r>
            <a:r>
              <a:rPr dirty="0" sz="3200" spc="-3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1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200" spc="-3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5">
                <a:solidFill>
                  <a:srgbClr val="FFFFFF"/>
                </a:solidFill>
                <a:latin typeface="Lucida Sans Unicode"/>
                <a:cs typeface="Lucida Sans Unicode"/>
              </a:rPr>
              <a:t>planning</a:t>
            </a:r>
            <a:endParaRPr sz="3200">
              <a:latin typeface="Lucida Sans Unicode"/>
              <a:cs typeface="Lucida Sans Unicode"/>
            </a:endParaRPr>
          </a:p>
          <a:p>
            <a:pPr marL="560070" marR="4263390" indent="-548005">
              <a:lnSpc>
                <a:spcPct val="115500"/>
              </a:lnSpc>
              <a:spcBef>
                <a:spcPts val="1090"/>
              </a:spcBef>
            </a:pP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Key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5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include: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35">
                <a:solidFill>
                  <a:srgbClr val="FFFFFF"/>
                </a:solidFill>
                <a:latin typeface="Times New Roman"/>
                <a:cs typeface="Times New Roman"/>
              </a:rPr>
              <a:t>Discovery</a:t>
            </a:r>
            <a:endParaRPr sz="2500">
              <a:latin typeface="Times New Roman"/>
              <a:cs typeface="Times New Roman"/>
            </a:endParaRPr>
          </a:p>
          <a:p>
            <a:pPr marL="560070" marR="1026160" indent="80010">
              <a:lnSpc>
                <a:spcPts val="3460"/>
              </a:lnSpc>
              <a:spcBef>
                <a:spcPts val="195"/>
              </a:spcBef>
            </a:pP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Times New Roman"/>
                <a:cs typeface="Times New Roman"/>
              </a:rPr>
              <a:t>explore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destinations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mountains,</a:t>
            </a:r>
            <a:r>
              <a:rPr dirty="0" sz="25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beaches,</a:t>
            </a:r>
            <a:r>
              <a:rPr dirty="0" sz="25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forests,</a:t>
            </a:r>
            <a:r>
              <a:rPr dirty="0" sz="25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deserts.</a:t>
            </a:r>
            <a:endParaRPr sz="25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  <a:spcBef>
                <a:spcPts val="275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Activity-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25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endParaRPr sz="2500">
              <a:latin typeface="Times New Roman"/>
              <a:cs typeface="Times New Roman"/>
            </a:endParaRPr>
          </a:p>
          <a:p>
            <a:pPr marL="560070" marR="502920" indent="80010">
              <a:lnSpc>
                <a:spcPts val="3460"/>
              </a:lnSpc>
              <a:spcBef>
                <a:spcPts val="195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search 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activities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trekking,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hiking,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scuba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diving,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paragliding,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camping,</a:t>
            </a:r>
            <a:r>
              <a:rPr dirty="0" sz="25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Times New Roman"/>
                <a:cs typeface="Times New Roman"/>
              </a:rPr>
              <a:t>more.</a:t>
            </a:r>
            <a:endParaRPr sz="2500">
              <a:latin typeface="Times New Roman"/>
              <a:cs typeface="Times New Roman"/>
            </a:endParaRPr>
          </a:p>
          <a:p>
            <a:pPr marL="560070" marR="231775">
              <a:lnSpc>
                <a:spcPts val="3460"/>
              </a:lnSpc>
              <a:spcBef>
                <a:spcPts val="10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avel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plans,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Times New Roman"/>
                <a:cs typeface="Times New Roman"/>
              </a:rPr>
              <a:t>track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destinations,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organize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activities. </a:t>
            </a:r>
            <a:r>
              <a:rPr dirty="0" sz="2500" spc="95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Reviews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Ratings</a:t>
            </a:r>
            <a:endParaRPr sz="2500">
              <a:latin typeface="Times New Roman"/>
              <a:cs typeface="Times New Roman"/>
            </a:endParaRPr>
          </a:p>
          <a:p>
            <a:pPr marL="560070" marR="5080" indent="80010">
              <a:lnSpc>
                <a:spcPts val="3460"/>
              </a:lnSpc>
              <a:spcBef>
                <a:spcPts val="5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Times New Roman"/>
                <a:cs typeface="Times New Roman"/>
              </a:rPr>
              <a:t>read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experiences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recommendations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Times New Roman"/>
                <a:cs typeface="Times New Roman"/>
              </a:rPr>
              <a:t>other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users.</a:t>
            </a:r>
            <a:endParaRPr sz="25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  <a:spcBef>
                <a:spcPts val="280"/>
              </a:spcBef>
            </a:pP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Interactive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Times New Roman"/>
                <a:cs typeface="Times New Roman"/>
              </a:rPr>
              <a:t>Maps</a:t>
            </a:r>
            <a:endParaRPr sz="2500">
              <a:latin typeface="Times New Roman"/>
              <a:cs typeface="Times New Roman"/>
            </a:endParaRPr>
          </a:p>
          <a:p>
            <a:pPr marL="640715">
              <a:lnSpc>
                <a:spcPct val="100000"/>
              </a:lnSpc>
              <a:spcBef>
                <a:spcPts val="459"/>
              </a:spcBef>
            </a:pP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dirty="0" sz="25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locate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spots</a:t>
            </a:r>
            <a:r>
              <a:rPr dirty="0" sz="25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facilities.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482663"/>
            <a:ext cx="533082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175">
                <a:solidFill>
                  <a:srgbClr val="205980"/>
                </a:solidFill>
              </a:rPr>
              <a:t>Objectives</a:t>
            </a:r>
            <a:endParaRPr sz="8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3556376"/>
            <a:ext cx="85725" cy="85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4546976"/>
            <a:ext cx="85725" cy="85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5537576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6528175"/>
            <a:ext cx="85725" cy="85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7518775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8509375"/>
            <a:ext cx="85725" cy="85724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Explore</a:t>
            </a:r>
            <a:r>
              <a:rPr dirty="0" spc="-220"/>
              <a:t> </a:t>
            </a:r>
            <a:r>
              <a:rPr dirty="0"/>
              <a:t>diverse</a:t>
            </a:r>
            <a:r>
              <a:rPr dirty="0" spc="-215"/>
              <a:t> </a:t>
            </a:r>
            <a:r>
              <a:rPr dirty="0" spc="-40"/>
              <a:t>terrains</a:t>
            </a:r>
            <a:r>
              <a:rPr dirty="0" spc="-215"/>
              <a:t> </a:t>
            </a:r>
            <a:r>
              <a:rPr dirty="0" spc="290"/>
              <a:t>and</a:t>
            </a:r>
            <a:r>
              <a:rPr dirty="0" spc="-215"/>
              <a:t> </a:t>
            </a:r>
            <a:r>
              <a:rPr dirty="0" spc="90"/>
              <a:t>experiences</a:t>
            </a:r>
          </a:p>
          <a:p>
            <a:pPr>
              <a:lnSpc>
                <a:spcPct val="100000"/>
              </a:lnSpc>
              <a:spcBef>
                <a:spcPts val="1935"/>
              </a:spcBef>
            </a:pPr>
          </a:p>
          <a:p>
            <a:pPr marL="373380" marR="370205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provide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detailed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14">
                <a:solidFill>
                  <a:srgbClr val="205980"/>
                </a:solidFill>
                <a:latin typeface="Times New Roman"/>
                <a:cs typeface="Times New Roman"/>
              </a:rPr>
              <a:t>about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adventure destinations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such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as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location,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activities,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travel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tips.</a:t>
            </a:r>
            <a:endParaRPr sz="2800">
              <a:latin typeface="Times New Roman"/>
              <a:cs typeface="Times New Roman"/>
            </a:endParaRPr>
          </a:p>
          <a:p>
            <a:pPr marL="373380" marR="5080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allow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users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search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explore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different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adventure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activities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like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trekking,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camping,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205980"/>
                </a:solidFill>
                <a:latin typeface="Times New Roman"/>
                <a:cs typeface="Times New Roman"/>
              </a:rPr>
              <a:t>scuba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diving,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hiking.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provide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weather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best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time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visit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205980"/>
                </a:solidFill>
                <a:latin typeface="Times New Roman"/>
                <a:cs typeface="Times New Roman"/>
              </a:rPr>
              <a:t>for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each</a:t>
            </a:r>
            <a:r>
              <a:rPr dirty="0" sz="2800" spc="-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destination.</a:t>
            </a:r>
            <a:endParaRPr sz="2800">
              <a:latin typeface="Times New Roman"/>
              <a:cs typeface="Times New Roman"/>
            </a:endParaRPr>
          </a:p>
          <a:p>
            <a:pPr marL="373380" marR="138430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include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user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reviews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ratings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help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travelers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205980"/>
                </a:solidFill>
                <a:latin typeface="Times New Roman"/>
                <a:cs typeface="Times New Roman"/>
              </a:rPr>
              <a:t>make </a:t>
            </a:r>
            <a:r>
              <a:rPr dirty="0" sz="2800" spc="90">
                <a:solidFill>
                  <a:srgbClr val="205980"/>
                </a:solidFill>
                <a:latin typeface="Times New Roman"/>
                <a:cs typeface="Times New Roman"/>
              </a:rPr>
              <a:t>better</a:t>
            </a:r>
            <a:r>
              <a:rPr dirty="0" sz="2800" spc="-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decisions.</a:t>
            </a:r>
            <a:endParaRPr sz="2800">
              <a:latin typeface="Times New Roman"/>
              <a:cs typeface="Times New Roman"/>
            </a:endParaRPr>
          </a:p>
          <a:p>
            <a:pPr marL="373380" marR="338455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integrate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maps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navigation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locating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adventure destinations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easily.</a:t>
            </a:r>
            <a:endParaRPr sz="2800">
              <a:latin typeface="Times New Roman"/>
              <a:cs typeface="Times New Roman"/>
            </a:endParaRPr>
          </a:p>
          <a:p>
            <a:pPr marL="373380" marR="78105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create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60">
                <a:solidFill>
                  <a:srgbClr val="205980"/>
                </a:solidFill>
                <a:latin typeface="Times New Roman"/>
                <a:cs typeface="Times New Roman"/>
              </a:rPr>
              <a:t>a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centralized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platform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where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all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travel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2800" spc="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is</a:t>
            </a:r>
            <a:r>
              <a:rPr dirty="0" sz="2800" spc="1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available</a:t>
            </a:r>
            <a:r>
              <a:rPr dirty="0" sz="2800" spc="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in</a:t>
            </a:r>
            <a:r>
              <a:rPr dirty="0" sz="2800" spc="1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one</a:t>
            </a:r>
            <a:r>
              <a:rPr dirty="0" sz="2800" spc="1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place.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700" b="0">
                <a:latin typeface="Tahoma"/>
                <a:cs typeface="Tahoma"/>
              </a:rPr>
              <a:t>CO’s</a:t>
            </a:r>
            <a:r>
              <a:rPr dirty="0" sz="8000" spc="-765" b="0">
                <a:latin typeface="Tahoma"/>
                <a:cs typeface="Tahoma"/>
              </a:rPr>
              <a:t> </a:t>
            </a:r>
            <a:r>
              <a:rPr dirty="0" sz="8000" spc="210" b="0">
                <a:latin typeface="Tahoma"/>
                <a:cs typeface="Tahoma"/>
              </a:rPr>
              <a:t>Attainment</a:t>
            </a:r>
            <a:endParaRPr sz="8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6468" y="2115712"/>
            <a:ext cx="16175355" cy="715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500" spc="480">
                <a:solidFill>
                  <a:srgbClr val="FFFFFF"/>
                </a:solidFill>
                <a:latin typeface="Tahoma"/>
                <a:cs typeface="Tahoma"/>
              </a:rPr>
              <a:t>CO1</a:t>
            </a:r>
            <a:r>
              <a:rPr dirty="0" sz="4500" spc="-3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 spc="-229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4500" spc="-3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 spc="-25">
                <a:solidFill>
                  <a:srgbClr val="FFFFFF"/>
                </a:solidFill>
                <a:latin typeface="Tahoma"/>
                <a:cs typeface="Tahoma"/>
              </a:rPr>
              <a:t>Internet</a:t>
            </a:r>
            <a:r>
              <a:rPr dirty="0" sz="4500" spc="-3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 spc="105">
                <a:solidFill>
                  <a:srgbClr val="FFFFFF"/>
                </a:solidFill>
                <a:latin typeface="Tahoma"/>
                <a:cs typeface="Tahoma"/>
              </a:rPr>
              <a:t>Fundamentals,</a:t>
            </a:r>
            <a:r>
              <a:rPr dirty="0" sz="4500" spc="-3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 spc="-150">
                <a:solidFill>
                  <a:srgbClr val="FFFFFF"/>
                </a:solidFill>
                <a:latin typeface="Tahoma"/>
                <a:cs typeface="Tahoma"/>
              </a:rPr>
              <a:t>HTML</a:t>
            </a:r>
            <a:r>
              <a:rPr dirty="0" sz="4500" spc="-3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 spc="36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4500" spc="-3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>
                <a:solidFill>
                  <a:srgbClr val="FFFFFF"/>
                </a:solidFill>
                <a:latin typeface="Tahoma"/>
                <a:cs typeface="Tahoma"/>
              </a:rPr>
              <a:t>Introductory</a:t>
            </a:r>
            <a:r>
              <a:rPr dirty="0" sz="4500" spc="-3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>
                <a:solidFill>
                  <a:srgbClr val="FFFFFF"/>
                </a:solidFill>
                <a:latin typeface="Tahoma"/>
                <a:cs typeface="Tahoma"/>
              </a:rPr>
              <a:t>CSS</a:t>
            </a:r>
            <a:r>
              <a:rPr dirty="0" sz="4500" spc="-3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0" spc="-10">
                <a:solidFill>
                  <a:srgbClr val="FFFFFF"/>
                </a:solidFill>
                <a:latin typeface="Tahoma"/>
                <a:cs typeface="Tahoma"/>
              </a:rPr>
              <a:t>Styling</a:t>
            </a:r>
            <a:endParaRPr sz="4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39" y="2424825"/>
            <a:ext cx="8896349" cy="30289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837" y="6367617"/>
            <a:ext cx="8991599" cy="28003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89742" y="2722429"/>
            <a:ext cx="7934324" cy="2057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89742" y="5453217"/>
            <a:ext cx="8220074" cy="14477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11266" y="7346641"/>
            <a:ext cx="8372474" cy="14858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32804" y="948867"/>
            <a:ext cx="8930005" cy="5086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335">
                <a:latin typeface="Tahoma"/>
                <a:cs typeface="Tahoma"/>
              </a:rPr>
              <a:t>CO2</a:t>
            </a:r>
            <a:r>
              <a:rPr dirty="0" sz="3150" spc="-275">
                <a:latin typeface="Tahoma"/>
                <a:cs typeface="Tahoma"/>
              </a:rPr>
              <a:t> </a:t>
            </a:r>
            <a:r>
              <a:rPr dirty="0" sz="3150" spc="-165">
                <a:latin typeface="Tahoma"/>
                <a:cs typeface="Tahoma"/>
              </a:rPr>
              <a:t>–</a:t>
            </a:r>
            <a:r>
              <a:rPr dirty="0" sz="3150" spc="-270">
                <a:latin typeface="Tahoma"/>
                <a:cs typeface="Tahoma"/>
              </a:rPr>
              <a:t> </a:t>
            </a:r>
            <a:r>
              <a:rPr dirty="0" sz="3150" spc="-105">
                <a:latin typeface="Tahoma"/>
                <a:cs typeface="Tahoma"/>
              </a:rPr>
              <a:t>HTML</a:t>
            </a:r>
            <a:r>
              <a:rPr dirty="0" sz="3150" spc="-270">
                <a:latin typeface="Tahoma"/>
                <a:cs typeface="Tahoma"/>
              </a:rPr>
              <a:t> </a:t>
            </a:r>
            <a:r>
              <a:rPr dirty="0" sz="3150" spc="-55">
                <a:latin typeface="Tahoma"/>
                <a:cs typeface="Tahoma"/>
              </a:rPr>
              <a:t>Forms,</a:t>
            </a:r>
            <a:r>
              <a:rPr dirty="0" sz="3150" spc="-270">
                <a:latin typeface="Tahoma"/>
                <a:cs typeface="Tahoma"/>
              </a:rPr>
              <a:t> </a:t>
            </a:r>
            <a:r>
              <a:rPr dirty="0" sz="3150" spc="135">
                <a:latin typeface="Tahoma"/>
                <a:cs typeface="Tahoma"/>
              </a:rPr>
              <a:t>Semantic</a:t>
            </a:r>
            <a:r>
              <a:rPr dirty="0" sz="3150" spc="-270">
                <a:latin typeface="Tahoma"/>
                <a:cs typeface="Tahoma"/>
              </a:rPr>
              <a:t> </a:t>
            </a:r>
            <a:r>
              <a:rPr dirty="0" sz="3150" spc="-70">
                <a:latin typeface="Tahoma"/>
                <a:cs typeface="Tahoma"/>
              </a:rPr>
              <a:t>Tags</a:t>
            </a:r>
            <a:r>
              <a:rPr dirty="0" sz="3150" spc="-275">
                <a:latin typeface="Tahoma"/>
                <a:cs typeface="Tahoma"/>
              </a:rPr>
              <a:t> </a:t>
            </a:r>
            <a:r>
              <a:rPr dirty="0" sz="3150" spc="254">
                <a:latin typeface="Tahoma"/>
                <a:cs typeface="Tahoma"/>
              </a:rPr>
              <a:t>&amp;</a:t>
            </a:r>
            <a:r>
              <a:rPr dirty="0" sz="3150" spc="-27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CSS</a:t>
            </a:r>
            <a:r>
              <a:rPr dirty="0" sz="3150" spc="-270">
                <a:latin typeface="Tahoma"/>
                <a:cs typeface="Tahoma"/>
              </a:rPr>
              <a:t> </a:t>
            </a:r>
            <a:r>
              <a:rPr dirty="0" sz="3150" spc="-10">
                <a:latin typeface="Tahoma"/>
                <a:cs typeface="Tahoma"/>
              </a:rPr>
              <a:t>Layouts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770831" y="884437"/>
            <a:ext cx="8403590" cy="5626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0" spc="380" b="0">
                <a:solidFill>
                  <a:srgbClr val="000000"/>
                </a:solidFill>
                <a:latin typeface="Tahoma"/>
                <a:cs typeface="Tahoma"/>
              </a:rPr>
              <a:t>CO3</a:t>
            </a:r>
            <a:r>
              <a:rPr dirty="0" sz="3500" spc="-3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500" spc="-160" b="0">
                <a:solidFill>
                  <a:srgbClr val="000000"/>
                </a:solidFill>
                <a:latin typeface="Tahoma"/>
                <a:cs typeface="Tahoma"/>
              </a:rPr>
              <a:t>–</a:t>
            </a:r>
            <a:r>
              <a:rPr dirty="0" sz="3500" spc="-3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500" spc="125" b="0">
                <a:solidFill>
                  <a:srgbClr val="000000"/>
                </a:solidFill>
                <a:latin typeface="Tahoma"/>
                <a:cs typeface="Tahoma"/>
              </a:rPr>
              <a:t>JavaScript</a:t>
            </a:r>
            <a:r>
              <a:rPr dirty="0" sz="3500" spc="-3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500" spc="105" b="0">
                <a:solidFill>
                  <a:srgbClr val="000000"/>
                </a:solidFill>
                <a:latin typeface="Tahoma"/>
                <a:cs typeface="Tahoma"/>
              </a:rPr>
              <a:t>Programming</a:t>
            </a:r>
            <a:r>
              <a:rPr dirty="0" sz="3500" spc="-3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500" spc="-35" b="0">
                <a:solidFill>
                  <a:srgbClr val="000000"/>
                </a:solidFill>
                <a:latin typeface="Tahoma"/>
                <a:cs typeface="Tahoma"/>
              </a:rPr>
              <a:t>Essentials</a:t>
            </a:r>
            <a:endParaRPr sz="3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64768"/>
            <a:ext cx="9286874" cy="10477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932288"/>
            <a:ext cx="9467848" cy="13049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81675"/>
            <a:ext cx="9382124" cy="28479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7236" y="2188865"/>
            <a:ext cx="8696324" cy="12001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72533" y="4583075"/>
            <a:ext cx="8086724" cy="15906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3840" y="7204202"/>
            <a:ext cx="8420099" cy="26288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94472" y="468751"/>
            <a:ext cx="8251825" cy="5086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335">
                <a:latin typeface="Tahoma"/>
                <a:cs typeface="Tahoma"/>
              </a:rPr>
              <a:t>CO4</a:t>
            </a:r>
            <a:r>
              <a:rPr dirty="0" sz="3150" spc="-275">
                <a:latin typeface="Tahoma"/>
                <a:cs typeface="Tahoma"/>
              </a:rPr>
              <a:t> </a:t>
            </a:r>
            <a:r>
              <a:rPr dirty="0" sz="3150" spc="-165">
                <a:latin typeface="Tahoma"/>
                <a:cs typeface="Tahoma"/>
              </a:rPr>
              <a:t>–</a:t>
            </a:r>
            <a:r>
              <a:rPr dirty="0" sz="3150" spc="-275">
                <a:latin typeface="Tahoma"/>
                <a:cs typeface="Tahoma"/>
              </a:rPr>
              <a:t> </a:t>
            </a:r>
            <a:r>
              <a:rPr dirty="0" sz="3150" spc="110">
                <a:latin typeface="Tahoma"/>
                <a:cs typeface="Tahoma"/>
              </a:rPr>
              <a:t>JavaScript</a:t>
            </a:r>
            <a:r>
              <a:rPr dirty="0" sz="3150" spc="-275">
                <a:latin typeface="Tahoma"/>
                <a:cs typeface="Tahoma"/>
              </a:rPr>
              <a:t> </a:t>
            </a:r>
            <a:r>
              <a:rPr dirty="0" sz="3150" spc="-25">
                <a:latin typeface="Tahoma"/>
                <a:cs typeface="Tahoma"/>
              </a:rPr>
              <a:t>Interactivity,</a:t>
            </a:r>
            <a:r>
              <a:rPr dirty="0" sz="3150" spc="-275">
                <a:latin typeface="Tahoma"/>
                <a:cs typeface="Tahoma"/>
              </a:rPr>
              <a:t> </a:t>
            </a:r>
            <a:r>
              <a:rPr dirty="0" sz="3150" spc="335">
                <a:latin typeface="Tahoma"/>
                <a:cs typeface="Tahoma"/>
              </a:rPr>
              <a:t>DOM</a:t>
            </a:r>
            <a:r>
              <a:rPr dirty="0" sz="3150" spc="-275">
                <a:latin typeface="Tahoma"/>
                <a:cs typeface="Tahoma"/>
              </a:rPr>
              <a:t> </a:t>
            </a:r>
            <a:r>
              <a:rPr dirty="0" sz="3150" spc="254">
                <a:latin typeface="Tahoma"/>
                <a:cs typeface="Tahoma"/>
              </a:rPr>
              <a:t>&amp;</a:t>
            </a:r>
            <a:r>
              <a:rPr dirty="0" sz="3150" spc="-270">
                <a:latin typeface="Tahoma"/>
                <a:cs typeface="Tahoma"/>
              </a:rPr>
              <a:t> </a:t>
            </a:r>
            <a:r>
              <a:rPr dirty="0" sz="3150" spc="-10">
                <a:latin typeface="Tahoma"/>
                <a:cs typeface="Tahoma"/>
              </a:rPr>
              <a:t>Events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26604" y="468751"/>
            <a:ext cx="8845550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335" b="0">
                <a:solidFill>
                  <a:srgbClr val="000000"/>
                </a:solidFill>
                <a:latin typeface="Tahoma"/>
                <a:cs typeface="Tahoma"/>
              </a:rPr>
              <a:t>CO5</a:t>
            </a:r>
            <a:r>
              <a:rPr dirty="0" sz="3150" spc="-29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150" spc="-165" b="0">
                <a:solidFill>
                  <a:srgbClr val="000000"/>
                </a:solidFill>
                <a:latin typeface="Tahoma"/>
                <a:cs typeface="Tahoma"/>
              </a:rPr>
              <a:t>–</a:t>
            </a:r>
            <a:r>
              <a:rPr dirty="0" sz="3150" spc="-29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150" spc="300" b="0">
                <a:solidFill>
                  <a:srgbClr val="000000"/>
                </a:solidFill>
                <a:latin typeface="Tahoma"/>
                <a:cs typeface="Tahoma"/>
              </a:rPr>
              <a:t>Advanced</a:t>
            </a:r>
            <a:r>
              <a:rPr dirty="0" sz="3150" spc="-29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150" spc="210" b="0">
                <a:solidFill>
                  <a:srgbClr val="000000"/>
                </a:solidFill>
                <a:latin typeface="Tahoma"/>
                <a:cs typeface="Tahoma"/>
              </a:rPr>
              <a:t>Web</a:t>
            </a:r>
            <a:r>
              <a:rPr dirty="0" sz="3150" spc="-29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150" spc="155" b="0">
                <a:solidFill>
                  <a:srgbClr val="000000"/>
                </a:solidFill>
                <a:latin typeface="Tahoma"/>
                <a:cs typeface="Tahoma"/>
              </a:rPr>
              <a:t>Development</a:t>
            </a:r>
            <a:r>
              <a:rPr dirty="0" sz="3150" spc="-29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150" spc="204" b="0">
                <a:solidFill>
                  <a:srgbClr val="000000"/>
                </a:solidFill>
                <a:latin typeface="Tahoma"/>
                <a:cs typeface="Tahoma"/>
              </a:rPr>
              <a:t>Concepts</a:t>
            </a:r>
            <a:endParaRPr sz="3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08" y="2223732"/>
            <a:ext cx="16287749" cy="7038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8779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00"/>
              </a:spcBef>
            </a:pPr>
            <a:r>
              <a:rPr dirty="0" sz="8000" spc="-10"/>
              <a:t>Project</a:t>
            </a:r>
            <a:r>
              <a:rPr dirty="0" sz="8000" spc="-484"/>
              <a:t> </a:t>
            </a:r>
            <a:r>
              <a:rPr dirty="0" sz="8000" spc="225"/>
              <a:t>Screen</a:t>
            </a:r>
            <a:r>
              <a:rPr dirty="0" sz="8000" spc="-484"/>
              <a:t> </a:t>
            </a:r>
            <a:r>
              <a:rPr dirty="0" sz="8000" spc="105"/>
              <a:t>Shots</a:t>
            </a:r>
            <a:endParaRPr sz="8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7824"/>
            <a:ext cx="18287365" cy="10246995"/>
            <a:chOff x="0" y="37824"/>
            <a:chExt cx="18287365" cy="102469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7824"/>
              <a:ext cx="10715624" cy="48672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7518" y="3540493"/>
              <a:ext cx="13439774" cy="67436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4460"/>
            <a:chOff x="0" y="0"/>
            <a:chExt cx="18288000" cy="102844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2974" cy="80581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3331074"/>
              <a:ext cx="9143999" cy="69532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1181" y="1636857"/>
            <a:ext cx="17761585" cy="8443595"/>
            <a:chOff x="231181" y="1636857"/>
            <a:chExt cx="17761585" cy="84435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81" y="1636857"/>
              <a:ext cx="8705849" cy="48958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4375" y="4984583"/>
              <a:ext cx="9058273" cy="50958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83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90"/>
              <a:t>Geo-</a:t>
            </a:r>
            <a:r>
              <a:rPr dirty="0" spc="590"/>
              <a:t>tag</a:t>
            </a:r>
            <a:r>
              <a:rPr dirty="0" spc="-370"/>
              <a:t> </a:t>
            </a:r>
            <a:r>
              <a:rPr dirty="0" spc="130"/>
              <a:t>Photos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59" y="2985105"/>
            <a:ext cx="8677274" cy="48767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6736" y="2916428"/>
            <a:ext cx="8801098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95093" y="3110228"/>
            <a:ext cx="14097635" cy="4273550"/>
          </a:xfrm>
          <a:prstGeom prst="rect">
            <a:avLst/>
          </a:prstGeom>
        </p:spPr>
        <p:txBody>
          <a:bodyPr wrap="square" lIns="0" tIns="220980" rIns="0" bIns="0" rtlCol="0" vert="horz">
            <a:spAutoFit/>
          </a:bodyPr>
          <a:lstStyle/>
          <a:p>
            <a:pPr algn="ctr" marL="12065" marR="5080" indent="-635">
              <a:lnSpc>
                <a:spcPts val="7950"/>
              </a:lnSpc>
              <a:spcBef>
                <a:spcPts val="1740"/>
              </a:spcBef>
            </a:pPr>
            <a:r>
              <a:rPr dirty="0" sz="8000" spc="630">
                <a:solidFill>
                  <a:srgbClr val="205980"/>
                </a:solidFill>
                <a:latin typeface="Tahoma"/>
                <a:cs typeface="Tahoma"/>
              </a:rPr>
              <a:t>“</a:t>
            </a:r>
            <a:r>
              <a:rPr dirty="0" sz="8000" spc="630" b="1">
                <a:solidFill>
                  <a:srgbClr val="205980"/>
                </a:solidFill>
                <a:latin typeface="Trebuchet MS"/>
                <a:cs typeface="Trebuchet MS"/>
              </a:rPr>
              <a:t>Make</a:t>
            </a:r>
            <a:r>
              <a:rPr dirty="0" sz="8000" spc="-360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b="1">
                <a:solidFill>
                  <a:srgbClr val="205980"/>
                </a:solidFill>
                <a:latin typeface="Trebuchet MS"/>
                <a:cs typeface="Trebuchet MS"/>
              </a:rPr>
              <a:t>your</a:t>
            </a:r>
            <a:r>
              <a:rPr dirty="0" sz="8000" spc="-355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b="1">
                <a:solidFill>
                  <a:srgbClr val="205980"/>
                </a:solidFill>
                <a:latin typeface="Trebuchet MS"/>
                <a:cs typeface="Trebuchet MS"/>
              </a:rPr>
              <a:t>next</a:t>
            </a:r>
            <a:r>
              <a:rPr dirty="0" sz="8000" spc="-360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155" b="1">
                <a:solidFill>
                  <a:srgbClr val="205980"/>
                </a:solidFill>
                <a:latin typeface="Trebuchet MS"/>
                <a:cs typeface="Trebuchet MS"/>
              </a:rPr>
              <a:t>adventure </a:t>
            </a:r>
            <a:r>
              <a:rPr dirty="0" sz="8000" spc="95" b="1">
                <a:solidFill>
                  <a:srgbClr val="205980"/>
                </a:solidFill>
                <a:latin typeface="Trebuchet MS"/>
                <a:cs typeface="Trebuchet MS"/>
              </a:rPr>
              <a:t>unforgettable</a:t>
            </a:r>
            <a:r>
              <a:rPr dirty="0" sz="8000" spc="-660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525">
                <a:solidFill>
                  <a:srgbClr val="205980"/>
                </a:solidFill>
                <a:latin typeface="Tahoma"/>
                <a:cs typeface="Tahoma"/>
              </a:rPr>
              <a:t>by</a:t>
            </a:r>
            <a:r>
              <a:rPr dirty="0" sz="8000" spc="-750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434">
                <a:solidFill>
                  <a:srgbClr val="205980"/>
                </a:solidFill>
                <a:latin typeface="Tahoma"/>
                <a:cs typeface="Tahoma"/>
              </a:rPr>
              <a:t>embracing </a:t>
            </a:r>
            <a:r>
              <a:rPr dirty="0" sz="8000" spc="509">
                <a:solidFill>
                  <a:srgbClr val="205980"/>
                </a:solidFill>
                <a:latin typeface="Tahoma"/>
                <a:cs typeface="Tahoma"/>
              </a:rPr>
              <a:t>new</a:t>
            </a:r>
            <a:r>
              <a:rPr dirty="0" sz="8000" spc="-755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320">
                <a:solidFill>
                  <a:srgbClr val="205980"/>
                </a:solidFill>
                <a:latin typeface="Tahoma"/>
                <a:cs typeface="Tahoma"/>
              </a:rPr>
              <a:t>challenges</a:t>
            </a:r>
            <a:r>
              <a:rPr dirty="0" sz="8000" spc="-750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725">
                <a:solidFill>
                  <a:srgbClr val="205980"/>
                </a:solidFill>
                <a:latin typeface="Tahoma"/>
                <a:cs typeface="Tahoma"/>
              </a:rPr>
              <a:t>and</a:t>
            </a:r>
            <a:r>
              <a:rPr dirty="0" sz="8000" spc="-750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110">
                <a:solidFill>
                  <a:srgbClr val="205980"/>
                </a:solidFill>
                <a:latin typeface="Tahoma"/>
                <a:cs typeface="Tahoma"/>
              </a:rPr>
              <a:t>exploring </a:t>
            </a:r>
            <a:r>
              <a:rPr dirty="0" sz="8000" spc="300">
                <a:solidFill>
                  <a:srgbClr val="205980"/>
                </a:solidFill>
                <a:latin typeface="Tahoma"/>
                <a:cs typeface="Tahoma"/>
              </a:rPr>
              <a:t>the</a:t>
            </a:r>
            <a:r>
              <a:rPr dirty="0" sz="8000" spc="-760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445">
                <a:solidFill>
                  <a:srgbClr val="205980"/>
                </a:solidFill>
                <a:latin typeface="Tahoma"/>
                <a:cs typeface="Tahoma"/>
              </a:rPr>
              <a:t>beauty</a:t>
            </a:r>
            <a:r>
              <a:rPr dirty="0" sz="8000" spc="-755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285">
                <a:solidFill>
                  <a:srgbClr val="205980"/>
                </a:solidFill>
                <a:latin typeface="Tahoma"/>
                <a:cs typeface="Tahoma"/>
              </a:rPr>
              <a:t>of</a:t>
            </a:r>
            <a:r>
              <a:rPr dirty="0" sz="8000" spc="-760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80">
                <a:solidFill>
                  <a:srgbClr val="205980"/>
                </a:solidFill>
                <a:latin typeface="Tahoma"/>
                <a:cs typeface="Tahoma"/>
              </a:rPr>
              <a:t>our</a:t>
            </a:r>
            <a:r>
              <a:rPr dirty="0" sz="8000" spc="-755">
                <a:solidFill>
                  <a:srgbClr val="205980"/>
                </a:solidFill>
                <a:latin typeface="Tahoma"/>
                <a:cs typeface="Tahoma"/>
              </a:rPr>
              <a:t> </a:t>
            </a:r>
            <a:r>
              <a:rPr dirty="0" sz="8000" spc="130">
                <a:solidFill>
                  <a:srgbClr val="205980"/>
                </a:solidFill>
                <a:latin typeface="Tahoma"/>
                <a:cs typeface="Tahoma"/>
              </a:rPr>
              <a:t>world.”</a:t>
            </a:r>
            <a:endParaRPr sz="8000">
              <a:latin typeface="Tahoma"/>
              <a:cs typeface="Tahom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537837" y="1059592"/>
            <a:ext cx="1209675" cy="931544"/>
          </a:xfrm>
          <a:custGeom>
            <a:avLst/>
            <a:gdLst/>
            <a:ahLst/>
            <a:cxnLst/>
            <a:rect l="l" t="t" r="r" b="b"/>
            <a:pathLst>
              <a:path w="1209675" h="931544">
                <a:moveTo>
                  <a:pt x="310540" y="931132"/>
                </a:moveTo>
                <a:lnTo>
                  <a:pt x="292316" y="931132"/>
                </a:lnTo>
                <a:lnTo>
                  <a:pt x="241093" y="925475"/>
                </a:lnTo>
                <a:lnTo>
                  <a:pt x="190547" y="908872"/>
                </a:lnTo>
                <a:lnTo>
                  <a:pt x="145415" y="883472"/>
                </a:lnTo>
                <a:lnTo>
                  <a:pt x="107804" y="851131"/>
                </a:lnTo>
                <a:lnTo>
                  <a:pt x="75462" y="812926"/>
                </a:lnTo>
                <a:lnTo>
                  <a:pt x="48679" y="772022"/>
                </a:lnTo>
                <a:lnTo>
                  <a:pt x="27597" y="727229"/>
                </a:lnTo>
                <a:lnTo>
                  <a:pt x="12361" y="677356"/>
                </a:lnTo>
                <a:lnTo>
                  <a:pt x="3114" y="621215"/>
                </a:lnTo>
                <a:lnTo>
                  <a:pt x="0" y="557614"/>
                </a:lnTo>
                <a:lnTo>
                  <a:pt x="2203" y="510297"/>
                </a:lnTo>
                <a:lnTo>
                  <a:pt x="8707" y="463788"/>
                </a:lnTo>
                <a:lnTo>
                  <a:pt x="19348" y="418234"/>
                </a:lnTo>
                <a:lnTo>
                  <a:pt x="33963" y="373783"/>
                </a:lnTo>
                <a:lnTo>
                  <a:pt x="52392" y="330584"/>
                </a:lnTo>
                <a:lnTo>
                  <a:pt x="74471" y="288784"/>
                </a:lnTo>
                <a:lnTo>
                  <a:pt x="100037" y="248532"/>
                </a:lnTo>
                <a:lnTo>
                  <a:pt x="128929" y="209976"/>
                </a:lnTo>
                <a:lnTo>
                  <a:pt x="160984" y="173264"/>
                </a:lnTo>
                <a:lnTo>
                  <a:pt x="196040" y="138543"/>
                </a:lnTo>
                <a:lnTo>
                  <a:pt x="233935" y="105962"/>
                </a:lnTo>
                <a:lnTo>
                  <a:pt x="274506" y="75669"/>
                </a:lnTo>
                <a:lnTo>
                  <a:pt x="317590" y="47813"/>
                </a:lnTo>
                <a:lnTo>
                  <a:pt x="363026" y="22540"/>
                </a:lnTo>
                <a:lnTo>
                  <a:pt x="410651" y="0"/>
                </a:lnTo>
                <a:lnTo>
                  <a:pt x="471465" y="93843"/>
                </a:lnTo>
                <a:lnTo>
                  <a:pt x="408655" y="131701"/>
                </a:lnTo>
                <a:lnTo>
                  <a:pt x="355872" y="171181"/>
                </a:lnTo>
                <a:lnTo>
                  <a:pt x="312180" y="211709"/>
                </a:lnTo>
                <a:lnTo>
                  <a:pt x="276642" y="252712"/>
                </a:lnTo>
                <a:lnTo>
                  <a:pt x="248322" y="293619"/>
                </a:lnTo>
                <a:lnTo>
                  <a:pt x="226285" y="333855"/>
                </a:lnTo>
                <a:lnTo>
                  <a:pt x="209595" y="372848"/>
                </a:lnTo>
                <a:lnTo>
                  <a:pt x="197314" y="410026"/>
                </a:lnTo>
                <a:lnTo>
                  <a:pt x="182239" y="476641"/>
                </a:lnTo>
                <a:lnTo>
                  <a:pt x="391678" y="476641"/>
                </a:lnTo>
                <a:lnTo>
                  <a:pt x="399763" y="479755"/>
                </a:lnTo>
                <a:lnTo>
                  <a:pt x="437108" y="502582"/>
                </a:lnTo>
                <a:lnTo>
                  <a:pt x="469524" y="531514"/>
                </a:lnTo>
                <a:lnTo>
                  <a:pt x="496182" y="565790"/>
                </a:lnTo>
                <a:lnTo>
                  <a:pt x="516250" y="604649"/>
                </a:lnTo>
                <a:lnTo>
                  <a:pt x="528900" y="647328"/>
                </a:lnTo>
                <a:lnTo>
                  <a:pt x="533301" y="693068"/>
                </a:lnTo>
                <a:lnTo>
                  <a:pt x="533301" y="700874"/>
                </a:lnTo>
                <a:lnTo>
                  <a:pt x="527198" y="747225"/>
                </a:lnTo>
                <a:lnTo>
                  <a:pt x="512170" y="791494"/>
                </a:lnTo>
                <a:lnTo>
                  <a:pt x="488794" y="831981"/>
                </a:lnTo>
                <a:lnTo>
                  <a:pt x="457969" y="867130"/>
                </a:lnTo>
                <a:lnTo>
                  <a:pt x="420879" y="895589"/>
                </a:lnTo>
                <a:lnTo>
                  <a:pt x="378949" y="916266"/>
                </a:lnTo>
                <a:lnTo>
                  <a:pt x="333791" y="928366"/>
                </a:lnTo>
                <a:lnTo>
                  <a:pt x="318309" y="930275"/>
                </a:lnTo>
                <a:lnTo>
                  <a:pt x="310540" y="931132"/>
                </a:lnTo>
                <a:close/>
              </a:path>
              <a:path w="1209675" h="931544">
                <a:moveTo>
                  <a:pt x="391678" y="476641"/>
                </a:moveTo>
                <a:lnTo>
                  <a:pt x="182239" y="476641"/>
                </a:lnTo>
                <a:lnTo>
                  <a:pt x="211595" y="464732"/>
                </a:lnTo>
                <a:lnTo>
                  <a:pt x="244041" y="457318"/>
                </a:lnTo>
                <a:lnTo>
                  <a:pt x="278428" y="454270"/>
                </a:lnTo>
                <a:lnTo>
                  <a:pt x="313606" y="455462"/>
                </a:lnTo>
                <a:lnTo>
                  <a:pt x="358283" y="463788"/>
                </a:lnTo>
                <a:lnTo>
                  <a:pt x="391678" y="476641"/>
                </a:lnTo>
                <a:close/>
              </a:path>
              <a:path w="1209675" h="931544">
                <a:moveTo>
                  <a:pt x="991555" y="931132"/>
                </a:moveTo>
                <a:lnTo>
                  <a:pt x="973330" y="931132"/>
                </a:lnTo>
                <a:lnTo>
                  <a:pt x="922107" y="925475"/>
                </a:lnTo>
                <a:lnTo>
                  <a:pt x="871561" y="908872"/>
                </a:lnTo>
                <a:lnTo>
                  <a:pt x="826429" y="883472"/>
                </a:lnTo>
                <a:lnTo>
                  <a:pt x="788818" y="851131"/>
                </a:lnTo>
                <a:lnTo>
                  <a:pt x="756477" y="812926"/>
                </a:lnTo>
                <a:lnTo>
                  <a:pt x="729693" y="772022"/>
                </a:lnTo>
                <a:lnTo>
                  <a:pt x="708611" y="727229"/>
                </a:lnTo>
                <a:lnTo>
                  <a:pt x="693375" y="677356"/>
                </a:lnTo>
                <a:lnTo>
                  <a:pt x="684128" y="621215"/>
                </a:lnTo>
                <a:lnTo>
                  <a:pt x="681013" y="557614"/>
                </a:lnTo>
                <a:lnTo>
                  <a:pt x="683217" y="510297"/>
                </a:lnTo>
                <a:lnTo>
                  <a:pt x="689721" y="463788"/>
                </a:lnTo>
                <a:lnTo>
                  <a:pt x="700362" y="418234"/>
                </a:lnTo>
                <a:lnTo>
                  <a:pt x="714978" y="373783"/>
                </a:lnTo>
                <a:lnTo>
                  <a:pt x="733406" y="330584"/>
                </a:lnTo>
                <a:lnTo>
                  <a:pt x="755485" y="288784"/>
                </a:lnTo>
                <a:lnTo>
                  <a:pt x="781051" y="248532"/>
                </a:lnTo>
                <a:lnTo>
                  <a:pt x="809943" y="209976"/>
                </a:lnTo>
                <a:lnTo>
                  <a:pt x="841999" y="173264"/>
                </a:lnTo>
                <a:lnTo>
                  <a:pt x="877055" y="138543"/>
                </a:lnTo>
                <a:lnTo>
                  <a:pt x="914949" y="105962"/>
                </a:lnTo>
                <a:lnTo>
                  <a:pt x="955520" y="75669"/>
                </a:lnTo>
                <a:lnTo>
                  <a:pt x="998604" y="47813"/>
                </a:lnTo>
                <a:lnTo>
                  <a:pt x="1044040" y="22540"/>
                </a:lnTo>
                <a:lnTo>
                  <a:pt x="1091665" y="0"/>
                </a:lnTo>
                <a:lnTo>
                  <a:pt x="1152479" y="93843"/>
                </a:lnTo>
                <a:lnTo>
                  <a:pt x="1089669" y="131701"/>
                </a:lnTo>
                <a:lnTo>
                  <a:pt x="1036886" y="171181"/>
                </a:lnTo>
                <a:lnTo>
                  <a:pt x="993194" y="211709"/>
                </a:lnTo>
                <a:lnTo>
                  <a:pt x="957656" y="252712"/>
                </a:lnTo>
                <a:lnTo>
                  <a:pt x="929337" y="293619"/>
                </a:lnTo>
                <a:lnTo>
                  <a:pt x="907300" y="333855"/>
                </a:lnTo>
                <a:lnTo>
                  <a:pt x="890609" y="372848"/>
                </a:lnTo>
                <a:lnTo>
                  <a:pt x="878328" y="410026"/>
                </a:lnTo>
                <a:lnTo>
                  <a:pt x="863253" y="476641"/>
                </a:lnTo>
                <a:lnTo>
                  <a:pt x="1072692" y="476641"/>
                </a:lnTo>
                <a:lnTo>
                  <a:pt x="1080777" y="479755"/>
                </a:lnTo>
                <a:lnTo>
                  <a:pt x="1118122" y="502582"/>
                </a:lnTo>
                <a:lnTo>
                  <a:pt x="1150539" y="531514"/>
                </a:lnTo>
                <a:lnTo>
                  <a:pt x="1177196" y="565790"/>
                </a:lnTo>
                <a:lnTo>
                  <a:pt x="1197265" y="604649"/>
                </a:lnTo>
                <a:lnTo>
                  <a:pt x="1209675" y="646519"/>
                </a:lnTo>
                <a:lnTo>
                  <a:pt x="1209675" y="739568"/>
                </a:lnTo>
                <a:lnTo>
                  <a:pt x="1199159" y="777070"/>
                </a:lnTo>
                <a:lnTo>
                  <a:pt x="1182491" y="812312"/>
                </a:lnTo>
                <a:lnTo>
                  <a:pt x="1155259" y="850313"/>
                </a:lnTo>
                <a:lnTo>
                  <a:pt x="1121137" y="882271"/>
                </a:lnTo>
                <a:lnTo>
                  <a:pt x="1081436" y="906958"/>
                </a:lnTo>
                <a:lnTo>
                  <a:pt x="1037681" y="923425"/>
                </a:lnTo>
                <a:lnTo>
                  <a:pt x="999323" y="930275"/>
                </a:lnTo>
                <a:lnTo>
                  <a:pt x="991555" y="931132"/>
                </a:lnTo>
                <a:close/>
              </a:path>
              <a:path w="1209675" h="931544">
                <a:moveTo>
                  <a:pt x="1072692" y="476641"/>
                </a:moveTo>
                <a:lnTo>
                  <a:pt x="863253" y="476641"/>
                </a:lnTo>
                <a:lnTo>
                  <a:pt x="892609" y="464732"/>
                </a:lnTo>
                <a:lnTo>
                  <a:pt x="925055" y="457318"/>
                </a:lnTo>
                <a:lnTo>
                  <a:pt x="959442" y="454270"/>
                </a:lnTo>
                <a:lnTo>
                  <a:pt x="994620" y="455462"/>
                </a:lnTo>
                <a:lnTo>
                  <a:pt x="1039298" y="463788"/>
                </a:lnTo>
                <a:lnTo>
                  <a:pt x="1072692" y="476641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867" y="1964027"/>
            <a:ext cx="13126719" cy="3782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650" spc="-1410">
                <a:latin typeface="Times New Roman"/>
                <a:cs typeface="Times New Roman"/>
              </a:rPr>
              <a:t>T</a:t>
            </a:r>
            <a:r>
              <a:rPr dirty="0" sz="24650" spc="-1505">
                <a:latin typeface="Times New Roman"/>
                <a:cs typeface="Times New Roman"/>
              </a:rPr>
              <a:t>h</a:t>
            </a:r>
            <a:r>
              <a:rPr dirty="0" sz="24650" spc="-1410">
                <a:latin typeface="Times New Roman"/>
                <a:cs typeface="Times New Roman"/>
              </a:rPr>
              <a:t>a</a:t>
            </a:r>
            <a:r>
              <a:rPr dirty="0" sz="24650" spc="-1505">
                <a:latin typeface="Times New Roman"/>
                <a:cs typeface="Times New Roman"/>
              </a:rPr>
              <a:t>n</a:t>
            </a:r>
            <a:r>
              <a:rPr dirty="0" sz="24650" spc="-2140">
                <a:latin typeface="Times New Roman"/>
                <a:cs typeface="Times New Roman"/>
              </a:rPr>
              <a:t>k</a:t>
            </a:r>
            <a:r>
              <a:rPr dirty="0" sz="24650" spc="-2295">
                <a:latin typeface="Times New Roman"/>
                <a:cs typeface="Times New Roman"/>
              </a:rPr>
              <a:t>y</a:t>
            </a:r>
            <a:r>
              <a:rPr dirty="0" sz="24650" spc="-1410">
                <a:latin typeface="Times New Roman"/>
                <a:cs typeface="Times New Roman"/>
              </a:rPr>
              <a:t>o</a:t>
            </a:r>
            <a:r>
              <a:rPr dirty="0" sz="24650" spc="-1505">
                <a:latin typeface="Times New Roman"/>
                <a:cs typeface="Times New Roman"/>
              </a:rPr>
              <a:t>u</a:t>
            </a:r>
            <a:r>
              <a:rPr dirty="0" sz="24650" spc="-665">
                <a:latin typeface="Times New Roman"/>
                <a:cs typeface="Times New Roman"/>
              </a:rPr>
              <a:t>!</a:t>
            </a:r>
            <a:endParaRPr sz="24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Sharon Rhoda</dc:creator>
  <cp:keywords>DAHDbKMN3RA,BAG7UfTn2Dw,0</cp:keywords>
  <dc:title>Presentation - Travel Destination Guide</dc:title>
  <dcterms:created xsi:type="dcterms:W3CDTF">2026-03-09T08:13:24Z</dcterms:created>
  <dcterms:modified xsi:type="dcterms:W3CDTF">2026-03-09T08:13:24Z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2026-03-09T00:00:00Z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